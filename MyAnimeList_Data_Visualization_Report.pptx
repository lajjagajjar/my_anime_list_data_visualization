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64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B8CC0AA-3251-4C1D-893F-5CD470A66F73}" type="doc">
      <dgm:prSet loTypeId="urn:microsoft.com/office/officeart/2005/8/layout/default" loCatId="list" qsTypeId="urn:microsoft.com/office/officeart/2005/8/quickstyle/simple2" qsCatId="simple" csTypeId="urn:microsoft.com/office/officeart/2005/8/colors/accent3_2" csCatId="accent3" phldr="1"/>
      <dgm:spPr/>
      <dgm:t>
        <a:bodyPr/>
        <a:lstStyle/>
        <a:p>
          <a:endParaRPr lang="en-IN"/>
        </a:p>
      </dgm:t>
    </dgm:pt>
    <dgm:pt modelId="{70495530-8323-45F0-93FC-4D03FFF4EA39}">
      <dgm:prSet phldrT="[Text]" custT="1"/>
      <dgm:spPr/>
      <dgm:t>
        <a:bodyPr/>
        <a:lstStyle/>
        <a:p>
          <a:pPr>
            <a:buFont typeface="Wingdings" panose="05000000000000000000" pitchFamily="2" charset="2"/>
            <a:buChar char="v"/>
          </a:pPr>
          <a:r>
            <a:rPr lang="en-US" sz="1800" dirty="0">
              <a:effectLst/>
            </a:rPr>
            <a:t>Track Your Progress</a:t>
          </a:r>
          <a:endParaRPr lang="en-IN" sz="1800" dirty="0"/>
        </a:p>
      </dgm:t>
    </dgm:pt>
    <dgm:pt modelId="{E01C6D8A-5454-4A48-BDDD-F0AEB5EC4484}" type="parTrans" cxnId="{2E77E2FB-5932-4B63-975F-F52988F9E24D}">
      <dgm:prSet/>
      <dgm:spPr/>
      <dgm:t>
        <a:bodyPr/>
        <a:lstStyle/>
        <a:p>
          <a:endParaRPr lang="en-IN"/>
        </a:p>
      </dgm:t>
    </dgm:pt>
    <dgm:pt modelId="{38513C38-55D5-4CAB-A8CC-9DBA3D78D3AB}" type="sibTrans" cxnId="{2E77E2FB-5932-4B63-975F-F52988F9E24D}">
      <dgm:prSet/>
      <dgm:spPr/>
      <dgm:t>
        <a:bodyPr/>
        <a:lstStyle/>
        <a:p>
          <a:endParaRPr lang="en-IN"/>
        </a:p>
      </dgm:t>
    </dgm:pt>
    <dgm:pt modelId="{F96F85D1-C18B-4DC0-AF60-51DC7BDF2E37}">
      <dgm:prSet phldrT="[Text]" custT="1"/>
      <dgm:spPr/>
      <dgm:t>
        <a:bodyPr/>
        <a:lstStyle/>
        <a:p>
          <a:pPr>
            <a:buFont typeface="Wingdings" panose="05000000000000000000" pitchFamily="2" charset="2"/>
            <a:buChar char="v"/>
          </a:pPr>
          <a:r>
            <a:rPr lang="en-US" sz="1800" dirty="0">
              <a:effectLst/>
            </a:rPr>
            <a:t>Ratings and Reviews</a:t>
          </a:r>
          <a:endParaRPr lang="en-IN" sz="1800" dirty="0"/>
        </a:p>
      </dgm:t>
    </dgm:pt>
    <dgm:pt modelId="{FFE99FB7-C699-489B-AB9A-69BA68600953}" type="parTrans" cxnId="{AC486D57-21DB-4F18-979E-1C171F69AFEC}">
      <dgm:prSet/>
      <dgm:spPr/>
      <dgm:t>
        <a:bodyPr/>
        <a:lstStyle/>
        <a:p>
          <a:endParaRPr lang="en-IN"/>
        </a:p>
      </dgm:t>
    </dgm:pt>
    <dgm:pt modelId="{9B11CE7C-55F7-4BF7-B955-38C8B6791A20}" type="sibTrans" cxnId="{AC486D57-21DB-4F18-979E-1C171F69AFEC}">
      <dgm:prSet/>
      <dgm:spPr/>
      <dgm:t>
        <a:bodyPr/>
        <a:lstStyle/>
        <a:p>
          <a:endParaRPr lang="en-IN"/>
        </a:p>
      </dgm:t>
    </dgm:pt>
    <dgm:pt modelId="{54AEBB06-58D8-4554-BFA8-B2D79A799493}">
      <dgm:prSet phldrT="[Text]" custT="1"/>
      <dgm:spPr/>
      <dgm:t>
        <a:bodyPr/>
        <a:lstStyle/>
        <a:p>
          <a:pPr>
            <a:buFont typeface="Wingdings" panose="05000000000000000000" pitchFamily="2" charset="2"/>
            <a:buChar char="v"/>
          </a:pPr>
          <a:r>
            <a:rPr lang="en-US" sz="1800" dirty="0">
              <a:effectLst/>
            </a:rPr>
            <a:t>Huge Database</a:t>
          </a:r>
          <a:endParaRPr lang="en-IN" sz="1800" dirty="0"/>
        </a:p>
      </dgm:t>
    </dgm:pt>
    <dgm:pt modelId="{3AC3AAAA-A304-4CE3-A63F-816F49C30BD6}" type="parTrans" cxnId="{BB7230E7-864A-4DFC-AE43-2E8397E298D5}">
      <dgm:prSet/>
      <dgm:spPr/>
      <dgm:t>
        <a:bodyPr/>
        <a:lstStyle/>
        <a:p>
          <a:endParaRPr lang="en-IN"/>
        </a:p>
      </dgm:t>
    </dgm:pt>
    <dgm:pt modelId="{9554DDAF-3CF3-4F11-BDB9-6827BF693394}" type="sibTrans" cxnId="{BB7230E7-864A-4DFC-AE43-2E8397E298D5}">
      <dgm:prSet/>
      <dgm:spPr/>
      <dgm:t>
        <a:bodyPr/>
        <a:lstStyle/>
        <a:p>
          <a:endParaRPr lang="en-IN"/>
        </a:p>
      </dgm:t>
    </dgm:pt>
    <dgm:pt modelId="{81803F9C-8E20-42E4-9FD3-E10DEFF64824}">
      <dgm:prSet phldrT="[Text]" custT="1"/>
      <dgm:spPr/>
      <dgm:t>
        <a:bodyPr/>
        <a:lstStyle/>
        <a:p>
          <a:pPr>
            <a:buFont typeface="Wingdings" panose="05000000000000000000" pitchFamily="2" charset="2"/>
            <a:buChar char="v"/>
          </a:pPr>
          <a:r>
            <a:rPr lang="en-US" sz="1800" dirty="0">
              <a:effectLst/>
            </a:rPr>
            <a:t>Community</a:t>
          </a:r>
          <a:endParaRPr lang="en-IN" sz="1800" dirty="0"/>
        </a:p>
      </dgm:t>
    </dgm:pt>
    <dgm:pt modelId="{FBB4A42B-732E-4BB3-84DC-49ACD7139EE8}" type="parTrans" cxnId="{E1AAB68B-0802-46AF-8F46-B7B7C29896E1}">
      <dgm:prSet/>
      <dgm:spPr/>
      <dgm:t>
        <a:bodyPr/>
        <a:lstStyle/>
        <a:p>
          <a:endParaRPr lang="en-IN"/>
        </a:p>
      </dgm:t>
    </dgm:pt>
    <dgm:pt modelId="{5E588C2D-F47D-4D28-8D1F-04EC9E9E49D0}" type="sibTrans" cxnId="{E1AAB68B-0802-46AF-8F46-B7B7C29896E1}">
      <dgm:prSet/>
      <dgm:spPr/>
      <dgm:t>
        <a:bodyPr/>
        <a:lstStyle/>
        <a:p>
          <a:endParaRPr lang="en-IN"/>
        </a:p>
      </dgm:t>
    </dgm:pt>
    <dgm:pt modelId="{7E3A9F00-0373-447E-A3FE-EFE860AA529A}" type="pres">
      <dgm:prSet presAssocID="{0B8CC0AA-3251-4C1D-893F-5CD470A66F73}" presName="diagram" presStyleCnt="0">
        <dgm:presLayoutVars>
          <dgm:dir/>
          <dgm:resizeHandles val="exact"/>
        </dgm:presLayoutVars>
      </dgm:prSet>
      <dgm:spPr/>
    </dgm:pt>
    <dgm:pt modelId="{09D3715D-85C3-4663-B3D6-1DE9B87CD213}" type="pres">
      <dgm:prSet presAssocID="{70495530-8323-45F0-93FC-4D03FFF4EA39}" presName="node" presStyleLbl="node1" presStyleIdx="0" presStyleCnt="4" custLinFactNeighborX="-851" custLinFactNeighborY="6">
        <dgm:presLayoutVars>
          <dgm:bulletEnabled val="1"/>
        </dgm:presLayoutVars>
      </dgm:prSet>
      <dgm:spPr/>
    </dgm:pt>
    <dgm:pt modelId="{848A2743-1D3D-4A8B-8B00-AD6D16E2C715}" type="pres">
      <dgm:prSet presAssocID="{38513C38-55D5-4CAB-A8CC-9DBA3D78D3AB}" presName="sibTrans" presStyleCnt="0"/>
      <dgm:spPr/>
    </dgm:pt>
    <dgm:pt modelId="{4CEBEA28-C2E2-41F6-9C98-ECAEBDDE05A6}" type="pres">
      <dgm:prSet presAssocID="{F96F85D1-C18B-4DC0-AF60-51DC7BDF2E37}" presName="node" presStyleLbl="node1" presStyleIdx="1" presStyleCnt="4">
        <dgm:presLayoutVars>
          <dgm:bulletEnabled val="1"/>
        </dgm:presLayoutVars>
      </dgm:prSet>
      <dgm:spPr/>
    </dgm:pt>
    <dgm:pt modelId="{2AA1F09D-B9BF-4834-A40D-CD70F2EEDAD9}" type="pres">
      <dgm:prSet presAssocID="{9B11CE7C-55F7-4BF7-B955-38C8B6791A20}" presName="sibTrans" presStyleCnt="0"/>
      <dgm:spPr/>
    </dgm:pt>
    <dgm:pt modelId="{53CAB88B-D5E3-4CC8-8A2F-EA8EE1A6E8FD}" type="pres">
      <dgm:prSet presAssocID="{54AEBB06-58D8-4554-BFA8-B2D79A799493}" presName="node" presStyleLbl="node1" presStyleIdx="2" presStyleCnt="4">
        <dgm:presLayoutVars>
          <dgm:bulletEnabled val="1"/>
        </dgm:presLayoutVars>
      </dgm:prSet>
      <dgm:spPr/>
    </dgm:pt>
    <dgm:pt modelId="{D9097E50-9CDA-4518-89F4-65E4C0068920}" type="pres">
      <dgm:prSet presAssocID="{9554DDAF-3CF3-4F11-BDB9-6827BF693394}" presName="sibTrans" presStyleCnt="0"/>
      <dgm:spPr/>
    </dgm:pt>
    <dgm:pt modelId="{8CE7E895-F11D-4AAB-B5BE-87FCA15A48D0}" type="pres">
      <dgm:prSet presAssocID="{81803F9C-8E20-42E4-9FD3-E10DEFF64824}" presName="node" presStyleLbl="node1" presStyleIdx="3" presStyleCnt="4">
        <dgm:presLayoutVars>
          <dgm:bulletEnabled val="1"/>
        </dgm:presLayoutVars>
      </dgm:prSet>
      <dgm:spPr/>
    </dgm:pt>
  </dgm:ptLst>
  <dgm:cxnLst>
    <dgm:cxn modelId="{67F4D915-B765-4EA6-8E75-82A63ACFA4EA}" type="presOf" srcId="{54AEBB06-58D8-4554-BFA8-B2D79A799493}" destId="{53CAB88B-D5E3-4CC8-8A2F-EA8EE1A6E8FD}" srcOrd="0" destOrd="0" presId="urn:microsoft.com/office/officeart/2005/8/layout/default"/>
    <dgm:cxn modelId="{993BE81F-7821-4D65-B69D-555116AA95BB}" type="presOf" srcId="{81803F9C-8E20-42E4-9FD3-E10DEFF64824}" destId="{8CE7E895-F11D-4AAB-B5BE-87FCA15A48D0}" srcOrd="0" destOrd="0" presId="urn:microsoft.com/office/officeart/2005/8/layout/default"/>
    <dgm:cxn modelId="{DA76CE35-990A-4711-8BDD-EFA094A06616}" type="presOf" srcId="{F96F85D1-C18B-4DC0-AF60-51DC7BDF2E37}" destId="{4CEBEA28-C2E2-41F6-9C98-ECAEBDDE05A6}" srcOrd="0" destOrd="0" presId="urn:microsoft.com/office/officeart/2005/8/layout/default"/>
    <dgm:cxn modelId="{F4C0013B-5FC4-4363-A3C6-F052441DFFA2}" type="presOf" srcId="{0B8CC0AA-3251-4C1D-893F-5CD470A66F73}" destId="{7E3A9F00-0373-447E-A3FE-EFE860AA529A}" srcOrd="0" destOrd="0" presId="urn:microsoft.com/office/officeart/2005/8/layout/default"/>
    <dgm:cxn modelId="{D58A3C5E-0A16-42BC-BB57-EEC654B8AD28}" type="presOf" srcId="{70495530-8323-45F0-93FC-4D03FFF4EA39}" destId="{09D3715D-85C3-4663-B3D6-1DE9B87CD213}" srcOrd="0" destOrd="0" presId="urn:microsoft.com/office/officeart/2005/8/layout/default"/>
    <dgm:cxn modelId="{AC486D57-21DB-4F18-979E-1C171F69AFEC}" srcId="{0B8CC0AA-3251-4C1D-893F-5CD470A66F73}" destId="{F96F85D1-C18B-4DC0-AF60-51DC7BDF2E37}" srcOrd="1" destOrd="0" parTransId="{FFE99FB7-C699-489B-AB9A-69BA68600953}" sibTransId="{9B11CE7C-55F7-4BF7-B955-38C8B6791A20}"/>
    <dgm:cxn modelId="{E1AAB68B-0802-46AF-8F46-B7B7C29896E1}" srcId="{0B8CC0AA-3251-4C1D-893F-5CD470A66F73}" destId="{81803F9C-8E20-42E4-9FD3-E10DEFF64824}" srcOrd="3" destOrd="0" parTransId="{FBB4A42B-732E-4BB3-84DC-49ACD7139EE8}" sibTransId="{5E588C2D-F47D-4D28-8D1F-04EC9E9E49D0}"/>
    <dgm:cxn modelId="{BB7230E7-864A-4DFC-AE43-2E8397E298D5}" srcId="{0B8CC0AA-3251-4C1D-893F-5CD470A66F73}" destId="{54AEBB06-58D8-4554-BFA8-B2D79A799493}" srcOrd="2" destOrd="0" parTransId="{3AC3AAAA-A304-4CE3-A63F-816F49C30BD6}" sibTransId="{9554DDAF-3CF3-4F11-BDB9-6827BF693394}"/>
    <dgm:cxn modelId="{2E77E2FB-5932-4B63-975F-F52988F9E24D}" srcId="{0B8CC0AA-3251-4C1D-893F-5CD470A66F73}" destId="{70495530-8323-45F0-93FC-4D03FFF4EA39}" srcOrd="0" destOrd="0" parTransId="{E01C6D8A-5454-4A48-BDDD-F0AEB5EC4484}" sibTransId="{38513C38-55D5-4CAB-A8CC-9DBA3D78D3AB}"/>
    <dgm:cxn modelId="{4EEB2A61-C98C-41BD-B2D7-635728651846}" type="presParOf" srcId="{7E3A9F00-0373-447E-A3FE-EFE860AA529A}" destId="{09D3715D-85C3-4663-B3D6-1DE9B87CD213}" srcOrd="0" destOrd="0" presId="urn:microsoft.com/office/officeart/2005/8/layout/default"/>
    <dgm:cxn modelId="{2B42C8E1-EA4C-4FA2-A4C2-8880F2D6045F}" type="presParOf" srcId="{7E3A9F00-0373-447E-A3FE-EFE860AA529A}" destId="{848A2743-1D3D-4A8B-8B00-AD6D16E2C715}" srcOrd="1" destOrd="0" presId="urn:microsoft.com/office/officeart/2005/8/layout/default"/>
    <dgm:cxn modelId="{145261EC-05AF-4E66-936E-46CEA2838FA2}" type="presParOf" srcId="{7E3A9F00-0373-447E-A3FE-EFE860AA529A}" destId="{4CEBEA28-C2E2-41F6-9C98-ECAEBDDE05A6}" srcOrd="2" destOrd="0" presId="urn:microsoft.com/office/officeart/2005/8/layout/default"/>
    <dgm:cxn modelId="{FA276AE1-FA67-4451-B7D3-05FEA0F04C02}" type="presParOf" srcId="{7E3A9F00-0373-447E-A3FE-EFE860AA529A}" destId="{2AA1F09D-B9BF-4834-A40D-CD70F2EEDAD9}" srcOrd="3" destOrd="0" presId="urn:microsoft.com/office/officeart/2005/8/layout/default"/>
    <dgm:cxn modelId="{58B34231-0BD8-4F19-87A9-25A27AEA02A6}" type="presParOf" srcId="{7E3A9F00-0373-447E-A3FE-EFE860AA529A}" destId="{53CAB88B-D5E3-4CC8-8A2F-EA8EE1A6E8FD}" srcOrd="4" destOrd="0" presId="urn:microsoft.com/office/officeart/2005/8/layout/default"/>
    <dgm:cxn modelId="{D124CA69-43FF-423E-90A5-4FEAA8DFC3C2}" type="presParOf" srcId="{7E3A9F00-0373-447E-A3FE-EFE860AA529A}" destId="{D9097E50-9CDA-4518-89F4-65E4C0068920}" srcOrd="5" destOrd="0" presId="urn:microsoft.com/office/officeart/2005/8/layout/default"/>
    <dgm:cxn modelId="{9A1896B7-3C74-49FE-9489-936F46186F0B}" type="presParOf" srcId="{7E3A9F00-0373-447E-A3FE-EFE860AA529A}" destId="{8CE7E895-F11D-4AAB-B5BE-87FCA15A48D0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D3715D-85C3-4663-B3D6-1DE9B87CD213}">
      <dsp:nvSpPr>
        <dsp:cNvPr id="0" name=""/>
        <dsp:cNvSpPr/>
      </dsp:nvSpPr>
      <dsp:spPr>
        <a:xfrm>
          <a:off x="0" y="451191"/>
          <a:ext cx="2306306" cy="138378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US" sz="1800" kern="1200" dirty="0">
              <a:effectLst/>
            </a:rPr>
            <a:t>Track Your Progress</a:t>
          </a:r>
          <a:endParaRPr lang="en-IN" sz="1800" kern="1200" dirty="0"/>
        </a:p>
      </dsp:txBody>
      <dsp:txXfrm>
        <a:off x="0" y="451191"/>
        <a:ext cx="2306306" cy="1383784"/>
      </dsp:txXfrm>
    </dsp:sp>
    <dsp:sp modelId="{4CEBEA28-C2E2-41F6-9C98-ECAEBDDE05A6}">
      <dsp:nvSpPr>
        <dsp:cNvPr id="0" name=""/>
        <dsp:cNvSpPr/>
      </dsp:nvSpPr>
      <dsp:spPr>
        <a:xfrm>
          <a:off x="2539844" y="451107"/>
          <a:ext cx="2306306" cy="138378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US" sz="1800" kern="1200" dirty="0">
              <a:effectLst/>
            </a:rPr>
            <a:t>Ratings and Reviews</a:t>
          </a:r>
          <a:endParaRPr lang="en-IN" sz="1800" kern="1200" dirty="0"/>
        </a:p>
      </dsp:txBody>
      <dsp:txXfrm>
        <a:off x="2539844" y="451107"/>
        <a:ext cx="2306306" cy="1383784"/>
      </dsp:txXfrm>
    </dsp:sp>
    <dsp:sp modelId="{53CAB88B-D5E3-4CC8-8A2F-EA8EE1A6E8FD}">
      <dsp:nvSpPr>
        <dsp:cNvPr id="0" name=""/>
        <dsp:cNvSpPr/>
      </dsp:nvSpPr>
      <dsp:spPr>
        <a:xfrm>
          <a:off x="5076781" y="451107"/>
          <a:ext cx="2306306" cy="138378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US" sz="1800" kern="1200" dirty="0">
              <a:effectLst/>
            </a:rPr>
            <a:t>Huge Database</a:t>
          </a:r>
          <a:endParaRPr lang="en-IN" sz="1800" kern="1200" dirty="0"/>
        </a:p>
      </dsp:txBody>
      <dsp:txXfrm>
        <a:off x="5076781" y="451107"/>
        <a:ext cx="2306306" cy="1383784"/>
      </dsp:txXfrm>
    </dsp:sp>
    <dsp:sp modelId="{8CE7E895-F11D-4AAB-B5BE-87FCA15A48D0}">
      <dsp:nvSpPr>
        <dsp:cNvPr id="0" name=""/>
        <dsp:cNvSpPr/>
      </dsp:nvSpPr>
      <dsp:spPr>
        <a:xfrm>
          <a:off x="7613719" y="451107"/>
          <a:ext cx="2306306" cy="138378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US" sz="1800" kern="1200" dirty="0">
              <a:effectLst/>
            </a:rPr>
            <a:t>Community</a:t>
          </a:r>
          <a:endParaRPr lang="en-IN" sz="1800" kern="1200" dirty="0"/>
        </a:p>
      </dsp:txBody>
      <dsp:txXfrm>
        <a:off x="7613719" y="451107"/>
        <a:ext cx="2306306" cy="13837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68818-B264-4C4C-9586-1515D217B0B9}" type="datetimeFigureOut">
              <a:rPr lang="en-IN" smtClean="0"/>
              <a:t>15-07-2026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0E80F-7A25-4210-A3FE-18D33574C33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907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68818-B264-4C4C-9586-1515D217B0B9}" type="datetimeFigureOut">
              <a:rPr lang="en-IN" smtClean="0"/>
              <a:t>15-07-2026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0E80F-7A25-4210-A3FE-18D33574C33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3090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68818-B264-4C4C-9586-1515D217B0B9}" type="datetimeFigureOut">
              <a:rPr lang="en-IN" smtClean="0"/>
              <a:t>15-07-2026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0E80F-7A25-4210-A3FE-18D33574C33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166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68818-B264-4C4C-9586-1515D217B0B9}" type="datetimeFigureOut">
              <a:rPr lang="en-IN" smtClean="0"/>
              <a:t>15-07-2026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0E80F-7A25-4210-A3FE-18D33574C33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1418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68818-B264-4C4C-9586-1515D217B0B9}" type="datetimeFigureOut">
              <a:rPr lang="en-IN" smtClean="0"/>
              <a:t>15-07-2026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0E80F-7A25-4210-A3FE-18D33574C33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7546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68818-B264-4C4C-9586-1515D217B0B9}" type="datetimeFigureOut">
              <a:rPr lang="en-IN" smtClean="0"/>
              <a:t>15-07-2026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0E80F-7A25-4210-A3FE-18D33574C33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8151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68818-B264-4C4C-9586-1515D217B0B9}" type="datetimeFigureOut">
              <a:rPr lang="en-IN" smtClean="0"/>
              <a:t>15-07-2026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0E80F-7A25-4210-A3FE-18D33574C33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9301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68818-B264-4C4C-9586-1515D217B0B9}" type="datetimeFigureOut">
              <a:rPr lang="en-IN" smtClean="0"/>
              <a:t>15-07-2026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0E80F-7A25-4210-A3FE-18D33574C33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8098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68818-B264-4C4C-9586-1515D217B0B9}" type="datetimeFigureOut">
              <a:rPr lang="en-IN" smtClean="0"/>
              <a:t>15-07-2026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0E80F-7A25-4210-A3FE-18D33574C33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1257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68818-B264-4C4C-9586-1515D217B0B9}" type="datetimeFigureOut">
              <a:rPr lang="en-IN" smtClean="0"/>
              <a:t>15-07-2026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0E80F-7A25-4210-A3FE-18D33574C33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5002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68818-B264-4C4C-9586-1515D217B0B9}" type="datetimeFigureOut">
              <a:rPr lang="en-IN" smtClean="0"/>
              <a:t>15-07-2026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0E80F-7A25-4210-A3FE-18D33574C33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66994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68818-B264-4C4C-9586-1515D217B0B9}" type="datetimeFigureOut">
              <a:rPr lang="en-IN" smtClean="0"/>
              <a:t>15-07-2026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0E80F-7A25-4210-A3FE-18D33574C33B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181988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68818-B264-4C4C-9586-1515D217B0B9}" type="datetimeFigureOut">
              <a:rPr lang="en-IN" smtClean="0"/>
              <a:t>15-07-2026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0E80F-7A25-4210-A3FE-18D33574C33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29551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68818-B264-4C4C-9586-1515D217B0B9}" type="datetimeFigureOut">
              <a:rPr lang="en-IN" smtClean="0"/>
              <a:t>15-07-2026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0E80F-7A25-4210-A3FE-18D33574C33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50627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68818-B264-4C4C-9586-1515D217B0B9}" type="datetimeFigureOut">
              <a:rPr lang="en-IN" smtClean="0"/>
              <a:t>15-07-2026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0E80F-7A25-4210-A3FE-18D33574C33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39930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68818-B264-4C4C-9586-1515D217B0B9}" type="datetimeFigureOut">
              <a:rPr lang="en-IN" smtClean="0"/>
              <a:t>15-07-2026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0E80F-7A25-4210-A3FE-18D33574C33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00739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68818-B264-4C4C-9586-1515D217B0B9}" type="datetimeFigureOut">
              <a:rPr lang="en-IN" smtClean="0"/>
              <a:t>15-07-2026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0E80F-7A25-4210-A3FE-18D33574C33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2764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6D168818-B264-4C4C-9586-1515D217B0B9}" type="datetimeFigureOut">
              <a:rPr lang="en-IN" smtClean="0"/>
              <a:t>15-07-2026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95F0E80F-7A25-4210-A3FE-18D33574C33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2605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E5802-0E51-1982-F7B2-58E0630A26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en-US" dirty="0"/>
              <a:t>									MY ANIME LIST</a:t>
            </a:r>
            <a:br>
              <a:rPr lang="en-US" dirty="0"/>
            </a:br>
            <a:r>
              <a:rPr lang="en-US" dirty="0"/>
              <a:t>DATA VISUALIZATION REPORT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18C92C-4B42-9A49-7499-DE1F639539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 dirty="0"/>
              <a:t>BY GAJJAR LAJJA BRIJESH</a:t>
            </a:r>
          </a:p>
          <a:p>
            <a:pPr algn="r"/>
            <a:r>
              <a:rPr lang="en-US" dirty="0"/>
              <a:t>FROM GTU-SET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E3FCE8-61F8-3015-9A2A-6060AB237D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568" y="3429000"/>
            <a:ext cx="4239217" cy="1524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0128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25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62F66-CBDF-2C59-132B-831A594F8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MY ANIME LIST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15D34-BE0D-412B-0CFB-81F6EC2E3403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just"/>
            <a:r>
              <a:rPr lang="en-US" dirty="0">
                <a:effectLst/>
              </a:rPr>
              <a:t>MyAnimeList is the world's largest anime and manga social networking and database website. It lets you track what you're watching, rate shows, discover new titles, and connect with other fans.</a:t>
            </a:r>
          </a:p>
          <a:p>
            <a:pPr algn="just"/>
            <a:r>
              <a:rPr lang="en-US" dirty="0">
                <a:effectLst/>
              </a:rPr>
              <a:t>Key Features of MyAnimeList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706C40F8-FEC0-5255-E7B7-33B045BBE42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1036508"/>
              </p:ext>
            </p:extLst>
          </p:nvPr>
        </p:nvGraphicFramePr>
        <p:xfrm>
          <a:off x="1066800" y="3310467"/>
          <a:ext cx="9922933" cy="2286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74932074"/>
      </p:ext>
    </p:extLst>
  </p:cSld>
  <p:clrMapOvr>
    <a:masterClrMapping/>
  </p:clrMapOvr>
  <p:transition spd="med">
    <p:pull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C8015-8EF4-9F1A-6B1E-424102067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81F54-EE34-F0A0-C747-02BB02227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MY DATASET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6AF57B-F7AC-55CB-EC3D-6A24ADA7207E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just" fontAlgn="base"/>
            <a:r>
              <a:rPr lang="en-US" dirty="0">
                <a:effectLst/>
              </a:rPr>
              <a:t>This dataset contains the Top 10,000 anime scraped from MyAnimeList (MAL) and normalized into 7 relational tables following 3NF (Third Normal Form) database design.</a:t>
            </a:r>
          </a:p>
          <a:p>
            <a:pPr algn="just" fontAlgn="base"/>
            <a:r>
              <a:rPr lang="en-US" dirty="0">
                <a:effectLst/>
              </a:rPr>
              <a:t>The dataset includes detailed information about anime titles, genres, characters, staff, voice actors, and production companies — making it ideal for exploratory data analysis, recommendation systems, and machine learning projects.</a:t>
            </a:r>
          </a:p>
          <a:p>
            <a:pPr algn="just" fontAlgn="base"/>
            <a:r>
              <a:rPr lang="en-US" dirty="0">
                <a:effectLst/>
              </a:rPr>
              <a:t>https://www.kaggle.com/datasets/udaykumar025/anime-dataset-top-10k-normalized</a:t>
            </a:r>
          </a:p>
          <a:p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53194826"/>
      </p:ext>
    </p:extLst>
  </p:cSld>
  <p:clrMapOvr>
    <a:masterClrMapping/>
  </p:clrMapOvr>
  <p:transition spd="med">
    <p:pull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DCB418-B199-6460-AE7B-297FF171F0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691" y="237068"/>
            <a:ext cx="9936618" cy="6023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826271"/>
      </p:ext>
    </p:extLst>
  </p:cSld>
  <p:clrMapOvr>
    <a:masterClrMapping/>
  </p:clrMapOvr>
  <p:transition spd="med">
    <p:pull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10D05-7527-0F07-6ECA-312139F93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DAX QUERIES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BDA0D6-BA57-C2B4-82EA-38F70D75C2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AVERAGE SCORE</a:t>
            </a:r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6486506-DC9A-BA63-B7BF-7EAD82753F7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838856" y="2723173"/>
            <a:ext cx="3210373" cy="1952898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83CBD6-FECE-DBB4-32EE-F5FDAA2F06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TOTAL MEMBERS</a:t>
            </a:r>
            <a:endParaRPr lang="en-IN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581A67A7-E5BA-E4AF-811F-EFB52910D0E2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7132682" y="2723173"/>
            <a:ext cx="3219899" cy="220058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8F49091-7269-62B9-330F-EE366B1FC5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1357" y="5019106"/>
            <a:ext cx="2305372" cy="56205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3F02209-8494-58E8-9B44-2B41E3F538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5273" y="5019106"/>
            <a:ext cx="2343477" cy="57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5138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pull/>
      </p:transition>
    </mc:Choice>
    <mc:Fallback>
      <p:transition spd="slow">
        <p:pull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1F1C2-336F-67F0-A97E-2D7B0D9C6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INSIGHTS IN THE DATASET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74523-B51E-55E9-73C0-6BDE0FA846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dashboard analyzes nearly </a:t>
            </a:r>
            <a:r>
              <a:rPr lang="en-US" b="1" u="sng" dirty="0"/>
              <a:t>10,000 anime titles </a:t>
            </a:r>
            <a:r>
              <a:rPr lang="en-US" dirty="0"/>
              <a:t>from MyAnimeList to identify trends in production, popularity, ratings, and episode counts.</a:t>
            </a:r>
          </a:p>
          <a:p>
            <a:r>
              <a:rPr lang="en-US" dirty="0"/>
              <a:t>The yearly release trend shows a gradual increase from the 1960s, followed by rapid growth after 2000. The highest production levels occur around </a:t>
            </a:r>
            <a:r>
              <a:rPr lang="en-US" b="1" u="sng" dirty="0"/>
              <a:t>2020</a:t>
            </a:r>
            <a:r>
              <a:rPr lang="en-US" dirty="0"/>
              <a:t>, reflecting the global expansion of the anime industry.</a:t>
            </a:r>
          </a:p>
          <a:p>
            <a:r>
              <a:rPr lang="en-US" dirty="0"/>
              <a:t>Only a small number of anime achieve scores above </a:t>
            </a:r>
            <a:r>
              <a:rPr lang="en-US" b="1" dirty="0"/>
              <a:t>9.0</a:t>
            </a:r>
            <a:r>
              <a:rPr lang="en-US" dirty="0"/>
              <a:t>, highlighting the competitive nature of user ratings. Titles such as </a:t>
            </a:r>
            <a:r>
              <a:rPr lang="en-US" b="1" u="sng" dirty="0"/>
              <a:t>Sousou no Frieren</a:t>
            </a:r>
            <a:r>
              <a:rPr lang="en-US" u="sng" dirty="0"/>
              <a:t> </a:t>
            </a:r>
            <a:r>
              <a:rPr lang="en-US" dirty="0"/>
              <a:t>and </a:t>
            </a:r>
            <a:r>
              <a:rPr lang="en-US" b="1" u="sng" dirty="0"/>
              <a:t>Fullmetal Alchemist: Brotherhood </a:t>
            </a:r>
            <a:r>
              <a:rPr lang="en-US" dirty="0"/>
              <a:t>rank among the highest-rated series.</a:t>
            </a:r>
          </a:p>
          <a:p>
            <a:r>
              <a:rPr lang="en-US" dirty="0"/>
              <a:t>While most anime are produced in seasonal formats, a few titles such as </a:t>
            </a:r>
            <a:r>
              <a:rPr lang="en-US" b="1" u="sng" dirty="0"/>
              <a:t>Doraemon</a:t>
            </a:r>
            <a:r>
              <a:rPr lang="en-US" dirty="0"/>
              <a:t> and </a:t>
            </a:r>
            <a:r>
              <a:rPr lang="en-US" b="1" u="sng" dirty="0"/>
              <a:t>Sazae-san</a:t>
            </a:r>
            <a:r>
              <a:rPr lang="en-US" dirty="0"/>
              <a:t> contain exceptionally high episode counts, making them clear outliers.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177413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C0987-FAD2-80A0-2F04-AF21730B6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                        THANK YOU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5500FA-8525-DA91-FC84-1A0B742558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87043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250">
        <p:cover/>
      </p:transition>
    </mc:Choice>
    <mc:Fallback>
      <p:transition spd="slow">
        <p:cover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2862</TotalTime>
  <Words>293</Words>
  <Application>Microsoft Office PowerPoint</Application>
  <PresentationFormat>Widescreen</PresentationFormat>
  <Paragraphs>23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Calisto MT</vt:lpstr>
      <vt:lpstr>Wingdings</vt:lpstr>
      <vt:lpstr>Wingdings 2</vt:lpstr>
      <vt:lpstr>Slate</vt:lpstr>
      <vt:lpstr>         MY ANIME LIST DATA VISUALIZATION REPORT</vt:lpstr>
      <vt:lpstr>ABOUT MY ANIME LIST</vt:lpstr>
      <vt:lpstr>ABOUT MY DATASET</vt:lpstr>
      <vt:lpstr>PowerPoint Presentation</vt:lpstr>
      <vt:lpstr>DAX QUERIES</vt:lpstr>
      <vt:lpstr>INSIGHTS IN THE DATASET</vt:lpstr>
      <vt:lpstr>                                             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Lajja Gajjar</dc:creator>
  <cp:lastModifiedBy>Lajja Gajjar</cp:lastModifiedBy>
  <cp:revision>1</cp:revision>
  <dcterms:created xsi:type="dcterms:W3CDTF">2026-07-15T09:14:01Z</dcterms:created>
  <dcterms:modified xsi:type="dcterms:W3CDTF">2026-07-17T08:56:42Z</dcterms:modified>
</cp:coreProperties>
</file>